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07A4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011680"/>
            <a:ext cx="2926080" cy="2926080"/>
          </a:xfrm>
          <a:prstGeom prst="ellipse">
            <a:avLst/>
          </a:prstGeom>
          <a:solidFill>
            <a:srgbClr val="00A86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2194560" cy="34747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v1.0  ·  NUI Module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005840" cy="1005840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6128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AlzheimAR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6002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User Interface for Alzheimer's Care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600200" y="2377440"/>
            <a:ext cx="5303520" cy="36576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1" name="Text 8"/>
          <p:cNvSpPr/>
          <p:nvPr/>
        </p:nvSpPr>
        <p:spPr>
          <a:xfrm>
            <a:off x="160020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glasses that remember — so she doesn't have to."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1089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830-1998 Compliant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91840" y="31089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Glasses · Patient-Facing NUI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31089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Alzheimer's · Ibu Wati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690872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AlzheimCare NUI SRS  ·  AR Smart Glasses for Alzheimer's Patients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System Boundaries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AlzheimAR covers — and what it intentionally does not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069080"/>
          </a:xfrm>
          <a:prstGeom prst="rect">
            <a:avLst/>
          </a:prstGeom>
          <a:solidFill>
            <a:srgbClr val="E6F7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886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IN-SCOPE — AR Glasses NUI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3794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 display on glasses lenses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interaction &amp; wake word ('Tolong')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gesture recognition — SOS trigger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Gaze-triggered face &amp; object recognition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reminders &amp; cognitive prompts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 face recognition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alerts &amp; GPS navigation arrows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instructions &amp; spatial cues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868680"/>
            <a:ext cx="4206240" cy="406908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68680"/>
            <a:ext cx="4206240" cy="384048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144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OUT-OF-SCOPE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00600" y="1325880"/>
            <a:ext cx="3977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caregiver smartphone application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systems &amp; data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manufacturing &amp; glasses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or treatment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account management &amp; admin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3429000"/>
            <a:ext cx="4206240" cy="1481328"/>
          </a:xfrm>
          <a:prstGeom prst="rect">
            <a:avLst/>
          </a:prstGeom>
          <a:solidFill>
            <a:srgbClr val="FEF3C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5488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Document Reference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54880" y="3749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GUI requirements are described separately in the AlzheimCare GUI SRS document. The AR Glasses receive configuration from the Caregiver App as an external system.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 Canvas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AlzheimAR Solution vs. Ibu Wati's Real Needs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4114800" cy="365760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595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MAP — AlzheimAR 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&amp; Services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AR glasses — worn passively during waking hours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active input required from patient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data hub with Caregiver App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Relievers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5328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AR text prompts for medication — no smartphone needed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779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Emerald-green directional arrows guide patient home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3026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gaze-triggered face recognition overlay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2735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Calming audio cues — no startling alerts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geofence alerts to caregiver before boundary crossed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822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Creators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405993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 — patient never interacts actively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43068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is invisible to bystanders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45537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independent mobility within safe zone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48006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gets real-time data stream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73168" y="841248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841248"/>
            <a:ext cx="4114800" cy="365760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8595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 — Ibu Wati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1261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Jobs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14996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independent without relying on family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608" y="17465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safely when disoriented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64608" y="19933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family faces without embarrassment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64608" y="22402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medication without a smartphone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2779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memory loss — forgets daily schedule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3026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Prosopagnosia — cannot recognise family faces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32735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disorientation, especially afternoons (sundowning)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inability to operate any digital device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64608" y="3767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getting lost &amp; burdening family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4069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43068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confidence during daily activities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64608" y="45537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independent living without full-time supervision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64608" y="48006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manage any schedule — glasses do it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78808" y="2331720"/>
            <a:ext cx="786384" cy="786384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42" name="Text 40"/>
          <p:cNvSpPr/>
          <p:nvPr/>
        </p:nvSpPr>
        <p:spPr>
          <a:xfrm>
            <a:off x="4178808" y="23317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Persona — Ibu Wati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Years Old · Moderate-Stage Alzheimer's · Primary User of AlzheimAR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960120"/>
            <a:ext cx="1691640" cy="1691640"/>
          </a:xfrm>
          <a:prstGeom prst="ellipse">
            <a:avLst/>
          </a:prstGeom>
          <a:solidFill>
            <a:srgbClr val="E6F7F1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069848"/>
            <a:ext cx="1472184" cy="1472184"/>
          </a:xfrm>
          <a:prstGeom prst="ellipse">
            <a:avLst/>
          </a:prstGeom>
          <a:solidFill>
            <a:srgbClr val="00A8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170432"/>
            <a:ext cx="1271016" cy="12710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788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IBU WATI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 ·  Moderate Alzheimer's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349300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Literacy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3877056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38770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Mobile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261104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2611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Semi-Independent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54680" y="84124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54680" y="841248"/>
            <a:ext cx="283464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87782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20440" y="877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Condition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264408" y="1225296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Alzheimer's (18 months). Short-term memory loss, episodic spatial disorientation (peaks 15:00–18:00 sundowning), progressive prosopagnosia.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6035040" y="84124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841248"/>
            <a:ext cx="2834640" cy="329184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87782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877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Literacy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144768" y="1225296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Cannot operate any smartphone or digital device. Only interacts with a landline phone and analogue wall clock.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3154680" y="285292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154680" y="2852928"/>
            <a:ext cx="2834640" cy="329184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88950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520440" y="28895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Habits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3264408" y="3236976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05:30. Morning prayer, breakfast, garden walk 09:00–11:00. Naps after midday. Sundowning 15:00–18:00. Bed by 21:00.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6035040" y="285292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035040" y="2852928"/>
            <a:ext cx="2834640" cy="329184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88950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400800" y="28895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Fears &amp; Needs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6144768" y="3236976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Fears: getting lost, not recognising family, burdening Ibu Sari. Needs: auto-dismissing prompts, large high-contrast text in Bahasa Indonesia, lightweight glasses &lt; 60g.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 — Ibu Wati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· Thinks · Does · Feels  |  Constructed via AI-simulated persona &amp; caregiver interviews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103120"/>
            <a:ext cx="2377440" cy="960120"/>
          </a:xfrm>
          <a:prstGeom prst="rect">
            <a:avLst/>
          </a:prstGeom>
          <a:solidFill>
            <a:srgbClr val="1A233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IBU WATI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72 · Moderate Alzheimer's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3017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41248"/>
            <a:ext cx="301752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7782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886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1234440"/>
            <a:ext cx="28163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"Ini siapa ya?" (Who is this?)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mau ke mana tadi?"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tidak apa-apa." [hiding confusion]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"Tolong jangan tinggal saya sendiri."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"Obatnya yang mana, ya?"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70448" y="841248"/>
            <a:ext cx="3017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70448" y="841248"/>
            <a:ext cx="3017520" cy="329184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87782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36208" y="886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80176" y="1234440"/>
            <a:ext cx="28163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cannot remember this person — I should know them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confused, but I must not show it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safe here? I don't recognise this hallway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burden to my family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is it? What was I supposed to do?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56032" y="3246120"/>
            <a:ext cx="3017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3246120"/>
            <a:ext cx="3017520" cy="329184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8269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3639312"/>
            <a:ext cx="2816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Wanders between rooms; pauses at doorways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familiar objects (photos, favourite cup)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intently at visitors without greeting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leave through front door (15:00–18:00)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quietly; visually scans the room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870448" y="3246120"/>
            <a:ext cx="3017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70448" y="3246120"/>
            <a:ext cx="3017520" cy="329184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28269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36208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980176" y="3639312"/>
            <a:ext cx="2816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— of getting lost and being alone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— unable to remember faces/tasks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 — aware something is wrong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— feels invisible and disconnected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Contentment — during familiar routines (tea, prayer)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337560" y="1371600"/>
            <a:ext cx="2468880" cy="3657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9" name="Shape 23"/>
          <p:cNvSpPr/>
          <p:nvPr/>
        </p:nvSpPr>
        <p:spPr>
          <a:xfrm>
            <a:off x="4544568" y="868680"/>
            <a:ext cx="36576" cy="4114800"/>
          </a:xfrm>
          <a:prstGeom prst="rect">
            <a:avLst/>
          </a:prstGeom>
          <a:solidFill>
            <a:srgbClr val="CBD5E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Method — Stingray Plan (Board of Innovation)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AI-Supported Innovation Framework · Train → Develop → Iterate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2834640" cy="384048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86968"/>
            <a:ext cx="292608" cy="29260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886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252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Intensive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2651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72768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AR colour psychology for Alzheimer's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patient personas (Ibu Wati simulations)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primary pain moments: wandering, face-blindness, missed medication, sundowning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calming vs. anxiety-triggering colour palettes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interaction hypothesis: passive-only interface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090672" y="2852928"/>
            <a:ext cx="201168" cy="36576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779776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00400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841248"/>
            <a:ext cx="2834640" cy="384048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886968"/>
            <a:ext cx="292608" cy="29260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29184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39312" y="886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0" y="1252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Human Intensive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91840" y="1481328"/>
            <a:ext cx="2651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3291840" y="1572768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spatial navigation concepts: emerald arrow, footprint trail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face-recognition text placement variants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Physical-space storyboarding to map gaze &amp; movement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A/B testing of interaction variants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cognitive load ceiling: max 1 AR element at a time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035040" y="2852928"/>
            <a:ext cx="201168" cy="36576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779776"/>
            <a:ext cx="182880" cy="1828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144768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44768" y="841248"/>
            <a:ext cx="2834640" cy="384048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36208" y="886968"/>
            <a:ext cx="292608" cy="29260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6236208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583680" y="886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236208" y="1252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Intensive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236208" y="1481328"/>
            <a:ext cx="2651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8"/>
          <p:cNvSpPr/>
          <p:nvPr/>
        </p:nvSpPr>
        <p:spPr>
          <a:xfrm>
            <a:off x="6236208" y="1572768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LLM responses → ranked AR display rules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audio-visual sync: chime + voice complements visual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 interface contract with AlzheimCare (JSON schema)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full interaction flow vs. calming design principles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technical implementation after desirability/feasibility check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256032" y="4663440"/>
            <a:ext cx="8631936" cy="365760"/>
          </a:xfrm>
          <a:prstGeom prst="rect">
            <a:avLst/>
          </a:prstGeom>
          <a:solidFill>
            <a:srgbClr val="E6F7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347472" y="4681728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 for Desirability · Feasibility · Viability   |   All AI outputs are design hypotheses — to be validated with real patients before 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Journey Map — A Full Day with AlzheimAR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Ibu Wati's activity, cognitive pain points &amp; AR intervention opportunities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685800" cy="292608"/>
          </a:xfrm>
          <a:prstGeom prst="rect">
            <a:avLst/>
          </a:prstGeom>
          <a:solidFill>
            <a:srgbClr val="00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2296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2240280" cy="292608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82296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822960"/>
            <a:ext cx="2240280" cy="292608"/>
          </a:xfrm>
          <a:prstGeom prst="rect">
            <a:avLst/>
          </a:prstGeom>
          <a:solidFill>
            <a:srgbClr val="B779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82296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77256" y="822960"/>
            <a:ext cx="3337560" cy="292608"/>
          </a:xfrm>
          <a:prstGeom prst="rect">
            <a:avLst/>
          </a:prstGeom>
          <a:solidFill>
            <a:srgbClr val="00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3832" y="82296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AlzheimAR Intervention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1133856"/>
            <a:ext cx="863193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225296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22529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4984" y="1170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up; does not remember morning medication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273552" y="11704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gap — no reminder system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532120" y="11704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AR prompt 'Obat Pagi' fades for 10s; compliance logged to AlzheimCare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56032" y="1600200"/>
            <a:ext cx="8631936" cy="46634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169164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16916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4984" y="1636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Breakfast; daughter Ibu Sari greets her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273552" y="163677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immediately recognise Ibu Sari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532120" y="16367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triggers face recognition: 'Ibu Sari — Anak Pertama Anda'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56032" y="2066544"/>
            <a:ext cx="863193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157984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21579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4984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friend Pak Hendra arrives at door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273552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recognise visitor; anxiety rises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532120" y="2103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'Pak Hendra — Teman Keluarga' — Ibu Wati stays calm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56032" y="2532888"/>
            <a:ext cx="8631936" cy="46634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2624328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4984" y="25694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Lunchtime; left unattended in room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273552" y="25694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it is lunchtime &amp; medication time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532120" y="25694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payload from AlzheimCare: 'Waktunya Makan Siang &amp; Obat Siang'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56032" y="2999232"/>
            <a:ext cx="863193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309067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39" name="Text 37"/>
          <p:cNvSpPr/>
          <p:nvPr/>
        </p:nvSpPr>
        <p:spPr>
          <a:xfrm>
            <a:off x="292608" y="30906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4984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toward front gate — disoriented, sundowning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3273552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boundary nearby; high wandering risk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532120" y="30358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arrow on floor + audio + early-warning alert to Ibu Sari's phone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56032" y="3465576"/>
            <a:ext cx="8631936" cy="46634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" y="3557016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3557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14984" y="3502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geofence boundary despite AR guidance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3273552" y="35021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respond to navigation prompt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5532120" y="35021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breach alert escalated; GPS coordinates sent to AlzheimCare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56032" y="3931920"/>
            <a:ext cx="8631936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402336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" y="402336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14984" y="39684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prayer &amp; dinner; appears calm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3273552" y="39684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uncertain whether she has eaten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532120" y="39684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Calming summary: 'Makan Malam sudah. Selamat beristirahat.'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256032" y="4398264"/>
            <a:ext cx="8631936" cy="466344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608" y="4489704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" y="448970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20:30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14984" y="4434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glasses; places on charger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3273552" y="4434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battery risk overnight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532120" y="4434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Battery-low alert sent to AlzheimCare; charging confirmed on dock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Core NUI Interaction Modalities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Trigger · Voice Recognition · Gesture / SOS — All require Zero Learning Curve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2834640" cy="502920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77824"/>
            <a:ext cx="411480" cy="41148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9144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886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 Trigger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" y="1408176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" y="1408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Passive — no patient action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" y="17373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CV continuously monitors field of view. Sustained gaze at a registered face or object activates recognition overlay automatically.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2414016"/>
            <a:ext cx="26151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487168"/>
            <a:ext cx="263347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name + relationship fades beside face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recognition: contextual label for medication, keys, walking stick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Auto-dismiss after 8 seconds — no patient action required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accuracy for registered faces under indoor lighting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&lt; 3 seconds from face entering frame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0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841248"/>
            <a:ext cx="2834640" cy="502920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877824"/>
            <a:ext cx="411480" cy="41148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91440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14800" y="886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Recognition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291840" y="1408176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23" name="Text 19"/>
          <p:cNvSpPr/>
          <p:nvPr/>
        </p:nvSpPr>
        <p:spPr>
          <a:xfrm>
            <a:off x="3291840" y="1408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Single word: 'Tolong'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310128" y="17373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keyword-spotting model (NPU) listens for a single wake word. No voice menus, no commands to memorise.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310128" y="2414016"/>
            <a:ext cx="26151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2"/>
          <p:cNvSpPr/>
          <p:nvPr/>
        </p:nvSpPr>
        <p:spPr>
          <a:xfrm>
            <a:off x="3310128" y="2487168"/>
            <a:ext cx="263347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word: 'Tolong' — activates SOS emergency alert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— no audio streamed to cloud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MEMS microphone array for noise robustness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Bone-conduction speaker delivers calm audio prompts ≤ 55 dB SPL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audio prompts in simple, elderly-appropriate Bahasa Indonesia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144768" y="84124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44768" y="841248"/>
            <a:ext cx="2834640" cy="502920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36208" y="877824"/>
            <a:ext cx="411480" cy="41148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6236208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91440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59168" y="886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Posture &amp; Gesture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36208" y="1408176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1408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Closed-fist raise ≥ 3 seconds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254496" y="17373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IMU detects patient posture (standing/sitting/walking) and a single gross-motor SOS gesture. No fine motor precision required.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254496" y="2414016"/>
            <a:ext cx="261518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2"/>
          <p:cNvSpPr/>
          <p:nvPr/>
        </p:nvSpPr>
        <p:spPr>
          <a:xfrm>
            <a:off x="6254496" y="2487168"/>
            <a:ext cx="263347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gesture: sustained closed-fist raise ≥ 3 seconds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change (waking) triggers morning medication prompt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 requiring fine motor precision on device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status (still / walking) transmitted every 5–10s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sampled at 100 Hz; processing fully on-device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 Cases · Patient (Passive) &amp; Caregiver App (External System Actor)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502920" cy="98755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408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50392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Prompt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0392" y="12252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AR text reminder (medication, meal, activity) — auto-dismiss 12s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690872" y="841248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841248"/>
            <a:ext cx="502920" cy="98755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0058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1408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285232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Home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85232" y="12252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arrow on floor guides patient to safe zone when GPS detects boundary approach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256032" y="1901952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032" y="1901952"/>
            <a:ext cx="502920" cy="98755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66544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6032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85039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Assist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50392" y="22860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face detected → name + relationship overlay fades in, 8s auto-dismiss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4690872" y="1901952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90872" y="1901952"/>
            <a:ext cx="502920" cy="987552"/>
          </a:xfrm>
          <a:prstGeom prst="rect">
            <a:avLst/>
          </a:prstGeom>
          <a:solidFill>
            <a:srgbClr val="007A4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066544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90872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528523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Recognition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285232" y="22860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objects labelled in AR field of view (medication, keys, walking stick)</a:t>
            </a:r>
            <a:endParaRPr lang="en-US" sz="880" dirty="0"/>
          </a:p>
        </p:txBody>
      </p:sp>
      <p:sp>
        <p:nvSpPr>
          <p:cNvPr id="29" name="Shape 23"/>
          <p:cNvSpPr/>
          <p:nvPr/>
        </p:nvSpPr>
        <p:spPr>
          <a:xfrm>
            <a:off x="256032" y="2962656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56032" y="2962656"/>
            <a:ext cx="502920" cy="987552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127248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56032" y="3529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850392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Trigger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50392" y="33467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 gesture or 'Tolong' → high-priority alert + GPS to AlzheimCare within 3s</a:t>
            </a:r>
            <a:endParaRPr lang="en-US" sz="880" dirty="0"/>
          </a:p>
        </p:txBody>
      </p:sp>
      <p:sp>
        <p:nvSpPr>
          <p:cNvPr id="35" name="Shape 28"/>
          <p:cNvSpPr/>
          <p:nvPr/>
        </p:nvSpPr>
        <p:spPr>
          <a:xfrm>
            <a:off x="4690872" y="2962656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90872" y="2962656"/>
            <a:ext cx="502920" cy="987552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127248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690872" y="3529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UC06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5285232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Geofence Alert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285232" y="33467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alert: early-warning buffer (AR arrow) → full breach (SOS-level to caregiver)</a:t>
            </a:r>
            <a:endParaRPr lang="en-US" sz="880" dirty="0"/>
          </a:p>
        </p:txBody>
      </p:sp>
      <p:sp>
        <p:nvSpPr>
          <p:cNvPr id="41" name="Shape 33"/>
          <p:cNvSpPr/>
          <p:nvPr/>
        </p:nvSpPr>
        <p:spPr>
          <a:xfrm>
            <a:off x="256032" y="4023360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256032" y="4023360"/>
            <a:ext cx="502920" cy="987552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187952"/>
            <a:ext cx="320040" cy="3200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56032" y="4590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850392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Activity Data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850392" y="44074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cognitive-assist events, GPS, movement logged &amp; transmitted; nightly summary for caregiver</a:t>
            </a:r>
            <a:endParaRPr lang="en-US" sz="880" dirty="0"/>
          </a:p>
        </p:txBody>
      </p:sp>
      <p:sp>
        <p:nvSpPr>
          <p:cNvPr id="47" name="Shape 38"/>
          <p:cNvSpPr/>
          <p:nvPr/>
        </p:nvSpPr>
        <p:spPr>
          <a:xfrm>
            <a:off x="4690872" y="4023360"/>
            <a:ext cx="43159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690872" y="4023360"/>
            <a:ext cx="502920" cy="987552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4187952"/>
            <a:ext cx="320040" cy="32004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690872" y="4590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</a:t>
            </a:r>
            <a:endParaRPr lang="en-US" sz="750" dirty="0"/>
          </a:p>
        </p:txBody>
      </p:sp>
      <p:sp>
        <p:nvSpPr>
          <p:cNvPr id="51" name="Text 41"/>
          <p:cNvSpPr/>
          <p:nvPr/>
        </p:nvSpPr>
        <p:spPr>
          <a:xfrm>
            <a:off x="5285232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Battery Alert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5285232" y="44074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&lt; 20% → non-ignorable notification to AlzheimCare; charging confirmed on dock</a:t>
            </a:r>
            <a:endParaRPr lang="en-US" sz="880" dirty="0"/>
          </a:p>
        </p:txBody>
      </p:sp>
      <p:sp>
        <p:nvSpPr>
          <p:cNvPr id="53" name="Shape 43"/>
          <p:cNvSpPr/>
          <p:nvPr/>
        </p:nvSpPr>
        <p:spPr>
          <a:xfrm>
            <a:off x="256032" y="4663440"/>
            <a:ext cx="8631936" cy="365760"/>
          </a:xfrm>
          <a:prstGeom prst="rect">
            <a:avLst/>
          </a:prstGeom>
          <a:solidFill>
            <a:srgbClr val="FEF3C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44"/>
          <p:cNvSpPr/>
          <p:nvPr/>
        </p:nvSpPr>
        <p:spPr>
          <a:xfrm>
            <a:off x="347472" y="4681728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AlzheimCare sends: schedules, geofence coords, face &amp; object profiles   ·   AlzheimAR sends back: GPS, event log, geofence alerts, battery status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Must-Have (MoSCoW)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total requirements · Priority: Must / Should / Could — grouped by Use Case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4206240" cy="30175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4124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UC01–02  Cognitive Prompts &amp; Navigation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4023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 · Display AR text reminder at scheduled time from AlzheimCare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 · Large font, emerald-green overlay, auto-dismiss after 12 seconds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 · Log compliance event; update AlzheimCare schedule status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 · Overlay emerald-green floor arrow when patient near geofence buffer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 · Arrow persists until patient re-enters safe zone or caregiver dismisses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 · Geofence proximity event delivered to AlzheimCare within 5 seconds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F08 · Full breach alert escalated if patient crosses boundary despite arrow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681728" y="804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804672"/>
            <a:ext cx="4206240" cy="301752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84124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UC03–04  Face &amp; Object Recognition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73168" y="1161288"/>
            <a:ext cx="4023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F09 · Edge-AI CV detects registered face → name + relationship overlay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· Face overlay auto-dismisses after 8 seconds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· Face recognition ≥ 90% accuracy under standard indoor lighting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· Unregistered faces trigger no overlay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· Edge-AI detects registered objects (medication, keys, walking stick)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 · Object label overlay fades in; auto-dismisses after 8 seconds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56032" y="3017520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017520"/>
            <a:ext cx="4206240" cy="301752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5409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UC05–06  SOS &amp; Geofence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3374136"/>
            <a:ext cx="4023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 · SOS trigger: closed-fist raise ≥ 3s OR wake word 'Tolong'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F17 · SOS event transmitted; AlzheimCare raises non-ignorable alert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 · SOS operable without fine motor precision — gross motor only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 · Two-tier alert: early-warning buffer (soft) → breach (SOS-level)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681728" y="3017520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3017520"/>
            <a:ext cx="4206240" cy="301752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05409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UC07–08  Activity Data &amp; Battery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3374136"/>
            <a:ext cx="4023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F22 · GPS + movement status transmitted every 5–10 seconds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F23 · All cognitive-assist events logged with timestamp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 · Offline: cache events locally; batch transmit on reconnection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 · Daily activity summary available in AlzheimCare by end of day</a:t>
            </a:r>
            <a:endParaRPr lang="en-US" sz="820" dirty="0"/>
          </a:p>
          <a:p>
            <a:pPr marL="342900" indent="-342900">
              <a:buSzPct val="100000"/>
              <a:buChar char="•"/>
            </a:pPr>
            <a:r>
              <a:rPr lang="en-US" sz="82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F26 · Battery &lt; 20%: non-ignorable caregiver notification sent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NUI Usability Principles &amp; Calming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Curve · Non-Intrusive · Minimal Cognitive Load · Graceful Degradation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83464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412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41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U01–02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97280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Learning Curve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119786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menu, no command to remember, no tutorial required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 triggered automatically by context (time, location, gaze, posture)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overlays auto-dismiss — no confirmation, tap, or voice needed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04672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804672"/>
            <a:ext cx="2834640" cy="329184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8412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841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U03–04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041648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Non-Intrusive Presentation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91840" y="119786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fade in ≥ 0.5s — no sudden appearance or flashing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cues soft &amp; calm — ≤ 55 dB SPL; no alarm-style sounds for routine prompts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44768" y="804672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804672"/>
            <a:ext cx="2834640" cy="329184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8412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0528" y="841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U05–06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986016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Cognitive Load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36208" y="1197864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AR overlay visible at any time — higher priority queues lower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order: SOS &gt; Navigation &gt; Face recognition &gt; Cognitive prompt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overlay = exactly ONE piece of information — no compound messages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56032" y="3035808"/>
            <a:ext cx="42245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3035808"/>
            <a:ext cx="4224528" cy="329184"/>
          </a:xfrm>
          <a:prstGeom prst="rect">
            <a:avLst/>
          </a:prstGeom>
          <a:solidFill>
            <a:srgbClr val="007A4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7238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792" y="30723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U07–09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1097280" y="30723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Calming Visual Design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47472" y="3429000"/>
            <a:ext cx="4041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emerald-green (#00A86B) on semi-transparent dark background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font size 36pt equivalent at display plane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red, orange, or high-saturation colours in patient-facing AR output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681728" y="3035808"/>
            <a:ext cx="42245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81728" y="3035808"/>
            <a:ext cx="4224528" cy="329184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307238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47488" y="30723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522976" y="30723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73168" y="3429000"/>
            <a:ext cx="4041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locally cached schedule still triggers prompts — glasses work standalone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error: revert silently to passive eyewear mode; log fault to AlzheimCare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Constraints, Data Security &amp; Q&amp;A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594360"/>
            <a:ext cx="2834640" cy="2743200"/>
          </a:xfrm>
          <a:prstGeom prst="rect">
            <a:avLst/>
          </a:prstGeom>
          <a:solidFill>
            <a:srgbClr val="2D374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594360"/>
            <a:ext cx="2834640" cy="347472"/>
          </a:xfrm>
          <a:prstGeom prst="rect">
            <a:avLst/>
          </a:prstGeom>
          <a:solidFill>
            <a:srgbClr val="00A8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40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Factor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1005840"/>
            <a:ext cx="2651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60g total weight — all-day wearable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eyewear form (Meta Ray-Ban style)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stigma; invisible to bystanders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 requiring fine motor precision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power button on charging dock only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594360"/>
            <a:ext cx="2834640" cy="2743200"/>
          </a:xfrm>
          <a:prstGeom prst="rect">
            <a:avLst/>
          </a:prstGeom>
          <a:solidFill>
            <a:srgbClr val="2D374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594360"/>
            <a:ext cx="283464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6400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640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91840" y="1005840"/>
            <a:ext cx="2651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overlay: &lt; 3 seconds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 render: &lt; 1 second from trigger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alert delivered: &lt; 5 seconds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 delivered: &lt; 3 seconds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≥ 10h continuous; ≥ 14h low-activity mode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to full operation: ≤ 30 seconds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144768" y="594360"/>
            <a:ext cx="2834640" cy="2743200"/>
          </a:xfrm>
          <a:prstGeom prst="rect">
            <a:avLst/>
          </a:prstGeom>
          <a:solidFill>
            <a:srgbClr val="2D374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594360"/>
            <a:ext cx="283464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6400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640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 &amp; Privacy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236208" y="1005840"/>
            <a:ext cx="2651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transit: TLS 1.3 encryption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face embeddings: AES-256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video stored or streamed to cloud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camera/mic activity LED indicator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informed consent required before face upload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location never stored in plaintext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56032" y="3429000"/>
            <a:ext cx="8631936" cy="868680"/>
          </a:xfrm>
          <a:prstGeom prst="rect">
            <a:avLst/>
          </a:prstGeom>
          <a:solidFill>
            <a:srgbClr val="2D374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65760" y="3493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Availability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65760" y="3749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 system availability during patient waking hours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mode: cached schedule for ≥ 24h without connectivity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retained on-device ≥ 7 days before auto-purge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handling: hardware failure → silent revert to passive eyewear mode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256032" y="4389120"/>
            <a:ext cx="8631936" cy="640080"/>
          </a:xfrm>
          <a:prstGeom prst="rect">
            <a:avLst/>
          </a:prstGeom>
          <a:solidFill>
            <a:srgbClr val="00A86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" y="4453128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00584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5120640" y="4480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6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AlzheimAR NUI SRS  ·  IEEE Std 830-1998 Compliant  ·  Designed for Ibu Wati &amp; all patients who need the glasses to remember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AlzheimAR NUI — SRS Presentation</dc:title>
  <dc:subject>PptxGenJS Presentation</dc:subject>
  <dc:creator>PptxGenJS</dc:creator>
  <cp:lastModifiedBy>PptxGenJS</cp:lastModifiedBy>
  <cp:revision>1</cp:revision>
  <dcterms:created xsi:type="dcterms:W3CDTF">2026-06-05T07:02:13Z</dcterms:created>
  <dcterms:modified xsi:type="dcterms:W3CDTF">2026-06-05T07:02:13Z</dcterms:modified>
</cp:coreProperties>
</file>